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  <p:sldMasterId id="2147483665" r:id="rId3"/>
    <p:sldMasterId id="2147483690" r:id="rId4"/>
  </p:sldMasterIdLst>
  <p:notesMasterIdLst>
    <p:notesMasterId r:id="rId7"/>
  </p:notesMasterIdLst>
  <p:handoutMasterIdLst>
    <p:handoutMasterId r:id="rId8"/>
  </p:handoutMasterIdLst>
  <p:sldIdLst>
    <p:sldId id="322" r:id="rId5"/>
    <p:sldId id="32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040" userDrawn="1">
          <p15:clr>
            <a:srgbClr val="A4A3A4"/>
          </p15:clr>
        </p15:guide>
        <p15:guide id="3" pos="264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70E6E1"/>
    <a:srgbClr val="FFCCCC"/>
    <a:srgbClr val="D8D8D8"/>
    <a:srgbClr val="FFFFFF"/>
    <a:srgbClr val="2800FF"/>
    <a:srgbClr val="00BAFF"/>
    <a:srgbClr val="00FF7D"/>
    <a:srgbClr val="00F3FF"/>
    <a:srgbClr val="FFB6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85108" autoAdjust="0"/>
  </p:normalViewPr>
  <p:slideViewPr>
    <p:cSldViewPr>
      <p:cViewPr varScale="1">
        <p:scale>
          <a:sx n="60" d="100"/>
          <a:sy n="60" d="100"/>
        </p:scale>
        <p:origin x="800" y="56"/>
      </p:cViewPr>
      <p:guideLst>
        <p:guide pos="5040"/>
        <p:guide pos="26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574" y="1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e, Ameet" userId="61091e82-e67c-4705-8dfa-34ac3961c304" providerId="ADAL" clId="{3DF659FA-81A9-49C0-9ECE-9B5F0DA27D61}"/>
    <pc:docChg chg="modSld">
      <pc:chgData name="Sule, Ameet" userId="61091e82-e67c-4705-8dfa-34ac3961c304" providerId="ADAL" clId="{3DF659FA-81A9-49C0-9ECE-9B5F0DA27D61}" dt="2025-01-29T15:03:57.989" v="188" actId="13926"/>
      <pc:docMkLst>
        <pc:docMk/>
      </pc:docMkLst>
      <pc:sldChg chg="modSp mod">
        <pc:chgData name="Sule, Ameet" userId="61091e82-e67c-4705-8dfa-34ac3961c304" providerId="ADAL" clId="{3DF659FA-81A9-49C0-9ECE-9B5F0DA27D61}" dt="2025-01-29T15:03:57.989" v="188" actId="13926"/>
        <pc:sldMkLst>
          <pc:docMk/>
          <pc:sldMk cId="3954440768" sldId="322"/>
        </pc:sldMkLst>
        <pc:spChg chg="mod">
          <ac:chgData name="Sule, Ameet" userId="61091e82-e67c-4705-8dfa-34ac3961c304" providerId="ADAL" clId="{3DF659FA-81A9-49C0-9ECE-9B5F0DA27D61}" dt="2025-01-23T15:15:54.214" v="132" actId="20577"/>
          <ac:spMkLst>
            <pc:docMk/>
            <pc:sldMk cId="3954440768" sldId="322"/>
            <ac:spMk id="4" creationId="{00000000-0000-0000-0000-000000000000}"/>
          </ac:spMkLst>
        </pc:spChg>
        <pc:spChg chg="mod">
          <ac:chgData name="Sule, Ameet" userId="61091e82-e67c-4705-8dfa-34ac3961c304" providerId="ADAL" clId="{3DF659FA-81A9-49C0-9ECE-9B5F0DA27D61}" dt="2025-01-29T15:03:57.989" v="188" actId="13926"/>
          <ac:spMkLst>
            <pc:docMk/>
            <pc:sldMk cId="3954440768" sldId="322"/>
            <ac:spMk id="5" creationId="{00000000-0000-0000-0000-000000000000}"/>
          </ac:spMkLst>
        </pc:spChg>
        <pc:spChg chg="mod">
          <ac:chgData name="Sule, Ameet" userId="61091e82-e67c-4705-8dfa-34ac3961c304" providerId="ADAL" clId="{3DF659FA-81A9-49C0-9ECE-9B5F0DA27D61}" dt="2025-01-23T15:11:05.150" v="3" actId="20577"/>
          <ac:spMkLst>
            <pc:docMk/>
            <pc:sldMk cId="3954440768" sldId="322"/>
            <ac:spMk id="6" creationId="{85A5243D-0B21-7186-1DC0-B69ED73FF8BE}"/>
          </ac:spMkLst>
        </pc:spChg>
      </pc:sldChg>
      <pc:sldChg chg="modSp mod">
        <pc:chgData name="Sule, Ameet" userId="61091e82-e67c-4705-8dfa-34ac3961c304" providerId="ADAL" clId="{3DF659FA-81A9-49C0-9ECE-9B5F0DA27D61}" dt="2025-01-23T15:16:01.911" v="138" actId="20577"/>
        <pc:sldMkLst>
          <pc:docMk/>
          <pc:sldMk cId="1914012437" sldId="323"/>
        </pc:sldMkLst>
        <pc:spChg chg="mod">
          <ac:chgData name="Sule, Ameet" userId="61091e82-e67c-4705-8dfa-34ac3961c304" providerId="ADAL" clId="{3DF659FA-81A9-49C0-9ECE-9B5F0DA27D61}" dt="2025-01-23T15:16:01.911" v="138" actId="20577"/>
          <ac:spMkLst>
            <pc:docMk/>
            <pc:sldMk cId="1914012437" sldId="323"/>
            <ac:spMk id="4" creationId="{00000000-0000-0000-0000-000000000000}"/>
          </ac:spMkLst>
        </pc:spChg>
        <pc:spChg chg="mod">
          <ac:chgData name="Sule, Ameet" userId="61091e82-e67c-4705-8dfa-34ac3961c304" providerId="ADAL" clId="{3DF659FA-81A9-49C0-9ECE-9B5F0DA27D61}" dt="2025-01-23T15:13:12.782" v="126" actId="115"/>
          <ac:spMkLst>
            <pc:docMk/>
            <pc:sldMk cId="1914012437" sldId="323"/>
            <ac:spMk id="6" creationId="{00000000-0000-0000-0000-000000000000}"/>
          </ac:spMkLst>
        </pc:spChg>
      </pc:sldChg>
    </pc:docChg>
  </pc:docChgLst>
  <pc:docChgLst>
    <pc:chgData name="Sule, Ameet" userId="61091e82-e67c-4705-8dfa-34ac3961c304" providerId="ADAL" clId="{3F763D20-469A-4797-80A8-999B831E5FF4}"/>
    <pc:docChg chg="modSld">
      <pc:chgData name="Sule, Ameet" userId="61091e82-e67c-4705-8dfa-34ac3961c304" providerId="ADAL" clId="{3F763D20-469A-4797-80A8-999B831E5FF4}" dt="2023-06-02T04:39:31.733" v="63" actId="14100"/>
      <pc:docMkLst>
        <pc:docMk/>
      </pc:docMkLst>
      <pc:sldChg chg="modSp mod">
        <pc:chgData name="Sule, Ameet" userId="61091e82-e67c-4705-8dfa-34ac3961c304" providerId="ADAL" clId="{3F763D20-469A-4797-80A8-999B831E5FF4}" dt="2023-06-02T04:39:31.733" v="63" actId="14100"/>
        <pc:sldMkLst>
          <pc:docMk/>
          <pc:sldMk cId="1914012437" sldId="323"/>
        </pc:sldMkLst>
      </pc:sldChg>
    </pc:docChg>
  </pc:docChgLst>
  <pc:docChgLst>
    <pc:chgData name="Sule, Ameet" userId="61091e82-e67c-4705-8dfa-34ac3961c304" providerId="ADAL" clId="{F1E118A5-3B73-4775-9632-02713DB23259}"/>
    <pc:docChg chg="modSld">
      <pc:chgData name="Sule, Ameet" userId="61091e82-e67c-4705-8dfa-34ac3961c304" providerId="ADAL" clId="{F1E118A5-3B73-4775-9632-02713DB23259}" dt="2023-05-11T06:33:35.611" v="8" actId="20577"/>
      <pc:docMkLst>
        <pc:docMk/>
      </pc:docMkLst>
      <pc:sldChg chg="modSp mod">
        <pc:chgData name="Sule, Ameet" userId="61091e82-e67c-4705-8dfa-34ac3961c304" providerId="ADAL" clId="{F1E118A5-3B73-4775-9632-02713DB23259}" dt="2023-05-11T06:33:35.611" v="8" actId="20577"/>
        <pc:sldMkLst>
          <pc:docMk/>
          <pc:sldMk cId="3954440768" sldId="322"/>
        </pc:sldMkLst>
      </pc:sldChg>
      <pc:sldChg chg="modSp mod">
        <pc:chgData name="Sule, Ameet" userId="61091e82-e67c-4705-8dfa-34ac3961c304" providerId="ADAL" clId="{F1E118A5-3B73-4775-9632-02713DB23259}" dt="2023-05-11T06:33:15.020" v="1" actId="14100"/>
        <pc:sldMkLst>
          <pc:docMk/>
          <pc:sldMk cId="1914012437" sldId="323"/>
        </pc:sldMkLst>
      </pc:sldChg>
    </pc:docChg>
  </pc:docChgLst>
  <pc:docChgLst>
    <pc:chgData name="Ameet Sule" userId="61091e82-e67c-4705-8dfa-34ac3961c304" providerId="ADAL" clId="{2CD9185B-6BED-4803-9476-A9090A4E0740}"/>
    <pc:docChg chg="modSld">
      <pc:chgData name="Ameet Sule" userId="61091e82-e67c-4705-8dfa-34ac3961c304" providerId="ADAL" clId="{2CD9185B-6BED-4803-9476-A9090A4E0740}" dt="2023-11-24T03:52:53.271" v="65" actId="6549"/>
      <pc:docMkLst>
        <pc:docMk/>
      </pc:docMkLst>
      <pc:sldChg chg="modSp mod">
        <pc:chgData name="Ameet Sule" userId="61091e82-e67c-4705-8dfa-34ac3961c304" providerId="ADAL" clId="{2CD9185B-6BED-4803-9476-A9090A4E0740}" dt="2023-11-24T03:52:37.508" v="63" actId="20577"/>
        <pc:sldMkLst>
          <pc:docMk/>
          <pc:sldMk cId="3954440768" sldId="322"/>
        </pc:sldMkLst>
      </pc:sldChg>
      <pc:sldChg chg="modSp mod">
        <pc:chgData name="Ameet Sule" userId="61091e82-e67c-4705-8dfa-34ac3961c304" providerId="ADAL" clId="{2CD9185B-6BED-4803-9476-A9090A4E0740}" dt="2023-11-24T03:52:53.271" v="65" actId="6549"/>
        <pc:sldMkLst>
          <pc:docMk/>
          <pc:sldMk cId="1914012437" sldId="323"/>
        </pc:sldMkLst>
      </pc:sldChg>
    </pc:docChg>
  </pc:docChgLst>
  <pc:docChgLst>
    <pc:chgData name="Sule, Ameet" userId="61091e82-e67c-4705-8dfa-34ac3961c304" providerId="ADAL" clId="{0A73B4A0-1C76-49BD-8705-F139F22676A5}"/>
    <pc:docChg chg="undo custSel modSld">
      <pc:chgData name="Sule, Ameet" userId="61091e82-e67c-4705-8dfa-34ac3961c304" providerId="ADAL" clId="{0A73B4A0-1C76-49BD-8705-F139F22676A5}" dt="2025-03-13T13:42:20.331" v="9" actId="20577"/>
      <pc:docMkLst>
        <pc:docMk/>
      </pc:docMkLst>
      <pc:sldChg chg="modSp mod">
        <pc:chgData name="Sule, Ameet" userId="61091e82-e67c-4705-8dfa-34ac3961c304" providerId="ADAL" clId="{0A73B4A0-1C76-49BD-8705-F139F22676A5}" dt="2025-03-13T13:41:49.701" v="0" actId="6549"/>
        <pc:sldMkLst>
          <pc:docMk/>
          <pc:sldMk cId="3954440768" sldId="322"/>
        </pc:sldMkLst>
        <pc:spChg chg="mod">
          <ac:chgData name="Sule, Ameet" userId="61091e82-e67c-4705-8dfa-34ac3961c304" providerId="ADAL" clId="{0A73B4A0-1C76-49BD-8705-F139F22676A5}" dt="2025-03-13T13:41:49.701" v="0" actId="6549"/>
          <ac:spMkLst>
            <pc:docMk/>
            <pc:sldMk cId="3954440768" sldId="322"/>
            <ac:spMk id="4" creationId="{00000000-0000-0000-0000-000000000000}"/>
          </ac:spMkLst>
        </pc:spChg>
      </pc:sldChg>
      <pc:sldChg chg="modSp mod">
        <pc:chgData name="Sule, Ameet" userId="61091e82-e67c-4705-8dfa-34ac3961c304" providerId="ADAL" clId="{0A73B4A0-1C76-49BD-8705-F139F22676A5}" dt="2025-03-13T13:42:20.331" v="9" actId="20577"/>
        <pc:sldMkLst>
          <pc:docMk/>
          <pc:sldMk cId="1914012437" sldId="323"/>
        </pc:sldMkLst>
        <pc:spChg chg="mod">
          <ac:chgData name="Sule, Ameet" userId="61091e82-e67c-4705-8dfa-34ac3961c304" providerId="ADAL" clId="{0A73B4A0-1C76-49BD-8705-F139F22676A5}" dt="2025-03-13T13:42:05.307" v="5" actId="6549"/>
          <ac:spMkLst>
            <pc:docMk/>
            <pc:sldMk cId="1914012437" sldId="323"/>
            <ac:spMk id="4" creationId="{00000000-0000-0000-0000-000000000000}"/>
          </ac:spMkLst>
        </pc:spChg>
        <pc:spChg chg="mod">
          <ac:chgData name="Sule, Ameet" userId="61091e82-e67c-4705-8dfa-34ac3961c304" providerId="ADAL" clId="{0A73B4A0-1C76-49BD-8705-F139F22676A5}" dt="2025-03-13T13:42:20.331" v="9" actId="20577"/>
          <ac:spMkLst>
            <pc:docMk/>
            <pc:sldMk cId="1914012437" sldId="323"/>
            <ac:spMk id="6" creationId="{00000000-0000-0000-0000-000000000000}"/>
          </ac:spMkLst>
        </pc:spChg>
      </pc:sldChg>
    </pc:docChg>
  </pc:docChgLst>
  <pc:docChgLst>
    <pc:chgData name="Ameet Sule" userId="61091e82-e67c-4705-8dfa-34ac3961c304" providerId="ADAL" clId="{99758586-9034-4EC8-86A5-0031D1416A56}"/>
    <pc:docChg chg="undo custSel modSld">
      <pc:chgData name="Ameet Sule" userId="61091e82-e67c-4705-8dfa-34ac3961c304" providerId="ADAL" clId="{99758586-9034-4EC8-86A5-0031D1416A56}" dt="2023-11-24T03:49:09.640" v="1276" actId="20577"/>
      <pc:docMkLst>
        <pc:docMk/>
      </pc:docMkLst>
      <pc:sldChg chg="modSp mod">
        <pc:chgData name="Ameet Sule" userId="61091e82-e67c-4705-8dfa-34ac3961c304" providerId="ADAL" clId="{99758586-9034-4EC8-86A5-0031D1416A56}" dt="2023-11-24T03:48:14.920" v="1250" actId="20577"/>
        <pc:sldMkLst>
          <pc:docMk/>
          <pc:sldMk cId="3954440768" sldId="322"/>
        </pc:sldMkLst>
      </pc:sldChg>
      <pc:sldChg chg="modSp mod">
        <pc:chgData name="Ameet Sule" userId="61091e82-e67c-4705-8dfa-34ac3961c304" providerId="ADAL" clId="{99758586-9034-4EC8-86A5-0031D1416A56}" dt="2023-11-24T03:49:09.640" v="1276" actId="20577"/>
        <pc:sldMkLst>
          <pc:docMk/>
          <pc:sldMk cId="1914012437" sldId="3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D084F-DC83-4EB0-8CED-52E9AA3ECA1C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7E0A-F321-48DC-AF94-681D4DCF34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5725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1588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55561" indent="0">
              <a:lnSpc>
                <a:spcPct val="80000"/>
              </a:lnSpc>
              <a:spcAft>
                <a:spcPts val="0"/>
              </a:spcAft>
              <a:defRPr sz="2400" b="0" cap="all" baseline="0">
                <a:solidFill>
                  <a:schemeClr val="tx1"/>
                </a:solidFill>
                <a:latin typeface="Arial Black" panose="020B0A04020102020204" pitchFamily="34" charset="0"/>
              </a:defRPr>
            </a:lvl2pPr>
            <a:lvl3pPr marL="55561" indent="0">
              <a:lnSpc>
                <a:spcPct val="80000"/>
              </a:lnSpc>
              <a:spcAft>
                <a:spcPts val="0"/>
              </a:spcAft>
              <a:defRPr sz="1800" b="0" cap="all" baseline="0">
                <a:solidFill>
                  <a:schemeClr val="tx1"/>
                </a:solidFill>
                <a:latin typeface="Arial Black" panose="020B0A04020102020204" pitchFamily="34" charset="0"/>
              </a:defRPr>
            </a:lvl3pPr>
            <a:lvl4pPr marL="55561" indent="0">
              <a:lnSpc>
                <a:spcPct val="80000"/>
              </a:lnSpc>
              <a:buNone/>
              <a:defRPr sz="1800" b="0" cap="all" baseline="0">
                <a:solidFill>
                  <a:schemeClr val="tx1"/>
                </a:solidFill>
                <a:latin typeface="Arial Black" panose="020B0A04020102020204" pitchFamily="34" charset="0"/>
              </a:defRPr>
            </a:lvl4pPr>
            <a:lvl5pPr marL="55561" indent="0">
              <a:lnSpc>
                <a:spcPct val="80000"/>
              </a:lnSpc>
              <a:buNone/>
              <a:defRPr sz="1800" b="0" cap="all" baseline="0">
                <a:solidFill>
                  <a:schemeClr val="tx1"/>
                </a:solidFill>
                <a:latin typeface="Arial Black" panose="020B0A04020102020204" pitchFamily="34" charset="0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8953500" y="266700"/>
            <a:ext cx="2857501" cy="6438900"/>
          </a:xfrm>
        </p:spPr>
        <p:txBody>
          <a:bodyPr/>
          <a:lstStyle>
            <a:lvl1pPr marL="0" indent="0">
              <a:defRPr sz="28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  <a:lvl2pPr marL="0" indent="0">
              <a:spcAft>
                <a:spcPts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6pPr>
            <a:lvl7pPr marL="0" indent="0">
              <a:defRPr sz="1400" b="1">
                <a:solidFill>
                  <a:schemeClr val="tx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0879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6868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1588">
              <a:lnSpc>
                <a:spcPct val="70000"/>
              </a:lnSpc>
              <a:defRPr sz="4000" b="0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55561" indent="0">
              <a:lnSpc>
                <a:spcPct val="80000"/>
              </a:lnSpc>
              <a:spcAft>
                <a:spcPts val="0"/>
              </a:spcAft>
              <a:defRPr sz="24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2pPr>
            <a:lvl3pPr marL="55561" indent="0">
              <a:lnSpc>
                <a:spcPct val="80000"/>
              </a:lnSpc>
              <a:spcAft>
                <a:spcPts val="0"/>
              </a:spcAft>
              <a:defRPr sz="18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3pPr>
            <a:lvl4pPr marL="55561" indent="0">
              <a:lnSpc>
                <a:spcPct val="80000"/>
              </a:lnSpc>
              <a:buNone/>
              <a:defRPr sz="18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4pPr>
            <a:lvl5pPr marL="55561" indent="0">
              <a:lnSpc>
                <a:spcPct val="80000"/>
              </a:lnSpc>
              <a:buNone/>
              <a:defRPr sz="18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9052560" y="266700"/>
            <a:ext cx="2857501" cy="6438900"/>
          </a:xfrm>
        </p:spPr>
        <p:txBody>
          <a:bodyPr/>
          <a:lstStyle>
            <a:lvl1pPr marL="0" indent="0">
              <a:defRPr sz="2800" b="0">
                <a:solidFill>
                  <a:schemeClr val="accent6"/>
                </a:solidFill>
                <a:latin typeface="Arial Black" panose="020B0A04020102020204" pitchFamily="34" charset="0"/>
              </a:defRPr>
            </a:lvl1pPr>
            <a:lvl2pPr marL="0" indent="0">
              <a:spcAft>
                <a:spcPts val="0"/>
              </a:spcAft>
              <a:defRPr sz="2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bg1"/>
                </a:solidFill>
              </a:defRPr>
            </a:lvl6pPr>
            <a:lvl7pPr marL="0" indent="0">
              <a:defRPr sz="1400" b="1">
                <a:solidFill>
                  <a:schemeClr val="bg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619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 Title Master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457200"/>
            <a:ext cx="8686800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3543302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defRPr sz="1800" b="0" baseline="0">
                <a:solidFill>
                  <a:schemeClr val="accent5"/>
                </a:solidFill>
                <a:latin typeface="Arial Black" panose="020B0A04020102020204" pitchFamily="34" charset="0"/>
              </a:defRPr>
            </a:lvl1pPr>
            <a:lvl2pPr marL="0" indent="0">
              <a:lnSpc>
                <a:spcPct val="75000"/>
              </a:lnSpc>
              <a:spcAft>
                <a:spcPts val="0"/>
              </a:spcAft>
              <a:defRPr sz="2400" b="1" cap="all" baseline="0">
                <a:solidFill>
                  <a:schemeClr val="accent5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defRPr sz="1600" b="1" cap="all" baseline="0">
                <a:solidFill>
                  <a:schemeClr val="accent5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buNone/>
              <a:defRPr sz="1400" b="1" cap="all" baseline="0">
                <a:solidFill>
                  <a:schemeClr val="accent5"/>
                </a:solidFill>
                <a:latin typeface="+mn-lt"/>
              </a:defRPr>
            </a:lvl4pPr>
            <a:lvl5pPr marL="0" indent="0">
              <a:lnSpc>
                <a:spcPct val="90000"/>
              </a:lnSpc>
              <a:buNone/>
              <a:defRPr sz="1100" b="1" cap="all" baseline="0">
                <a:solidFill>
                  <a:schemeClr val="accent5"/>
                </a:solidFill>
                <a:latin typeface="+mn-lt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First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9052560" y="266700"/>
            <a:ext cx="2857501" cy="6438900"/>
          </a:xfrm>
        </p:spPr>
        <p:txBody>
          <a:bodyPr/>
          <a:lstStyle>
            <a:lvl1pPr marL="0" indent="0">
              <a:defRPr sz="2800" b="0">
                <a:solidFill>
                  <a:schemeClr val="accent6"/>
                </a:solidFill>
                <a:latin typeface="Arial Black" panose="020B0A04020102020204" pitchFamily="34" charset="0"/>
              </a:defRPr>
            </a:lvl1pPr>
            <a:lvl2pPr marL="0" indent="0">
              <a:lnSpc>
                <a:spcPct val="90000"/>
              </a:lnSpc>
              <a:spcAft>
                <a:spcPts val="0"/>
              </a:spcAft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5pPr>
            <a:lvl6pPr marL="344479" indent="-173034">
              <a:buFont typeface="Graphik" panose="020B0503030202060203" pitchFamily="34" charset="0"/>
              <a:buChar char="–"/>
              <a:defRPr sz="1600">
                <a:solidFill>
                  <a:schemeClr val="bg1"/>
                </a:solidFill>
              </a:defRPr>
            </a:lvl6pPr>
            <a:lvl7pPr marL="0" indent="0">
              <a:defRPr sz="1400" b="1">
                <a:solidFill>
                  <a:schemeClr val="bg1"/>
                </a:solidFill>
                <a:latin typeface="+mj-lt"/>
              </a:defRPr>
            </a:lvl7pPr>
            <a:lvl8pPr marL="0" indent="0">
              <a:defRPr sz="1400" baseline="0">
                <a:solidFill>
                  <a:schemeClr val="bg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Aft>
                <a:spcPts val="800"/>
              </a:spcAft>
              <a:defRPr sz="14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292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9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5715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101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2"/>
            <a:ext cx="5715000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38" indent="-230182">
              <a:buFont typeface="Graphik" panose="020B0503030202060203" pitchFamily="34" charset="0"/>
              <a:buChar char="–"/>
              <a:defRPr sz="1600"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933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 dirty="0"/>
              <a:t>First subtitle</a:t>
            </a:r>
          </a:p>
          <a:p>
            <a:pPr lvl="1"/>
            <a:r>
              <a:rPr lang="en-US" dirty="0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85725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461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3"/>
            <a:ext cx="5715000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0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US" dirty="0"/>
              <a:t>First subtitle</a:t>
            </a:r>
          </a:p>
          <a:p>
            <a:pPr lvl="1"/>
            <a:r>
              <a:rPr lang="en-US" dirty="0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1" y="380999"/>
            <a:ext cx="5715001" cy="9906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1" y="1828802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11"/>
          <p:cNvSpPr>
            <a:spLocks noGrp="1"/>
          </p:cNvSpPr>
          <p:nvPr>
            <p:ph sz="quarter" idx="19"/>
          </p:nvPr>
        </p:nvSpPr>
        <p:spPr>
          <a:xfrm>
            <a:off x="6103621" y="1828804"/>
            <a:ext cx="5715000" cy="4689475"/>
          </a:xfrm>
        </p:spPr>
        <p:txBody>
          <a:bodyPr/>
          <a:lstStyle>
            <a:lvl3pPr marL="514338" indent="-230182">
              <a:buFont typeface="Graphik" panose="020B0503030202060203" pitchFamily="34" charset="0"/>
              <a:buChar char="–"/>
              <a:defRPr/>
            </a:lvl3pPr>
            <a:lvl5pPr marL="857229" indent="-177796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7116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6859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2017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60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Copyright 2017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1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95302"/>
            <a:ext cx="8953500" cy="6172199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12000" b="0" spc="-200" baseline="0">
                <a:latin typeface="Arial Black" panose="020B0A04020102020204" pitchFamily="34" charset="0"/>
              </a:defRPr>
            </a:lvl1pPr>
            <a:lvl2pPr marL="55561" indent="0">
              <a:lnSpc>
                <a:spcPct val="65000"/>
              </a:lnSpc>
              <a:spcAft>
                <a:spcPts val="0"/>
              </a:spcAft>
              <a:defRPr sz="6000" b="0" cap="all" spc="-150" baseline="0">
                <a:latin typeface="Arial Black" panose="020B0A04020102020204" pitchFamily="34" charset="0"/>
              </a:defRPr>
            </a:lvl2pPr>
            <a:lvl3pPr marL="55561" indent="0">
              <a:lnSpc>
                <a:spcPct val="70000"/>
              </a:lnSpc>
              <a:spcAft>
                <a:spcPts val="0"/>
              </a:spcAft>
              <a:defRPr sz="4000" b="0" cap="all" baseline="0">
                <a:latin typeface="Arial Black" panose="020B0A04020102020204" pitchFamily="34" charset="0"/>
              </a:defRPr>
            </a:lvl3pPr>
            <a:lvl4pPr marL="55561" indent="0">
              <a:lnSpc>
                <a:spcPct val="80000"/>
              </a:lnSpc>
              <a:buNone/>
              <a:defRPr sz="3000" b="0" cap="all" baseline="0">
                <a:latin typeface="Arial Black" panose="020B0A04020102020204" pitchFamily="34" charset="0"/>
              </a:defRPr>
            </a:lvl4pPr>
            <a:lvl5pPr marL="55561" indent="0">
              <a:lnSpc>
                <a:spcPct val="80000"/>
              </a:lnSpc>
              <a:buNone/>
              <a:defRPr sz="2000" b="0" cap="all" baseline="0">
                <a:latin typeface="Arial Black" panose="020B0A04020102020204" pitchFamily="34" charset="0"/>
              </a:defRPr>
            </a:lvl5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5113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: Dark">
    <p:bg>
      <p:bgPr>
        <a:gradFill>
          <a:gsLst>
            <a:gs pos="7000">
              <a:schemeClr val="accent1"/>
            </a:gs>
            <a:gs pos="100000">
              <a:srgbClr val="00008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95302"/>
            <a:ext cx="8953500" cy="6172199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12000" b="0" spc="-200" baseline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55561" indent="0">
              <a:lnSpc>
                <a:spcPct val="65000"/>
              </a:lnSpc>
              <a:spcAft>
                <a:spcPts val="0"/>
              </a:spcAft>
              <a:defRPr sz="6000" b="0" cap="all" spc="-150" baseline="0">
                <a:solidFill>
                  <a:schemeClr val="bg1"/>
                </a:solidFill>
                <a:latin typeface="Arial Black" panose="020B0A04020102020204" pitchFamily="34" charset="0"/>
              </a:defRPr>
            </a:lvl2pPr>
            <a:lvl3pPr marL="55561" indent="0">
              <a:lnSpc>
                <a:spcPct val="70000"/>
              </a:lnSpc>
              <a:spcAft>
                <a:spcPts val="0"/>
              </a:spcAft>
              <a:defRPr sz="40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3pPr>
            <a:lvl4pPr marL="55561" indent="0">
              <a:lnSpc>
                <a:spcPct val="80000"/>
              </a:lnSpc>
              <a:buNone/>
              <a:defRPr sz="30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4pPr>
            <a:lvl5pPr marL="55561" indent="0">
              <a:lnSpc>
                <a:spcPct val="80000"/>
              </a:lnSpc>
              <a:buNone/>
              <a:defRPr sz="20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7656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or TakeAwa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1" y="571500"/>
            <a:ext cx="8572500" cy="29718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10000" spc="-150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43300"/>
            <a:ext cx="8572501" cy="3162300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5000" b="0" spc="-150" baseline="0">
                <a:latin typeface="Arial Black" panose="020B0A04020102020204" pitchFamily="34" charset="0"/>
              </a:defRPr>
            </a:lvl1pPr>
            <a:lvl2pPr>
              <a:lnSpc>
                <a:spcPct val="70000"/>
              </a:lnSpc>
              <a:spcAft>
                <a:spcPts val="0"/>
              </a:spcAft>
              <a:defRPr sz="5000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3300" b="0" cap="all" baseline="0">
                <a:latin typeface="Arial Black" panose="020B0A04020102020204" pitchFamily="34" charset="0"/>
              </a:defRPr>
            </a:lvl3pPr>
            <a:lvl4pPr marL="55561" indent="0">
              <a:lnSpc>
                <a:spcPct val="80000"/>
              </a:lnSpc>
              <a:buNone/>
              <a:defRPr sz="2500" b="0" cap="all" baseline="0">
                <a:latin typeface="Arial Black" panose="020B0A04020102020204" pitchFamily="34" charset="0"/>
              </a:defRPr>
            </a:lvl4pPr>
            <a:lvl5pPr marL="55561" indent="0">
              <a:lnSpc>
                <a:spcPct val="85000"/>
              </a:lnSpc>
              <a:buNone/>
              <a:defRPr sz="1600" b="0" cap="all" baseline="0">
                <a:latin typeface="Arial Black" panose="020B0A04020102020204" pitchFamily="34" charset="0"/>
              </a:defRPr>
            </a:lvl5pPr>
            <a:lvl7pPr>
              <a:defRPr b="1">
                <a:latin typeface="+mn-lt"/>
              </a:defRPr>
            </a:lvl7pPr>
            <a:lvl8pPr>
              <a:defRPr>
                <a:latin typeface="+mn-lt"/>
              </a:defRPr>
            </a:lvl8pPr>
            <a:lvl9pPr>
              <a:defRPr>
                <a:latin typeface="+mn-lt"/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068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or TakeAway: Dark">
    <p:bg>
      <p:bgPr>
        <a:gradFill>
          <a:gsLst>
            <a:gs pos="7000">
              <a:schemeClr val="accent1"/>
            </a:gs>
            <a:gs pos="100000">
              <a:srgbClr val="000088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571500"/>
            <a:ext cx="8572500" cy="29718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10000" spc="-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3543300"/>
            <a:ext cx="8572501" cy="3162300"/>
          </a:xfrm>
        </p:spPr>
        <p:txBody>
          <a:bodyPr>
            <a:noAutofit/>
          </a:bodyPr>
          <a:lstStyle>
            <a:lvl1pPr marL="0" indent="0">
              <a:lnSpc>
                <a:spcPct val="65000"/>
              </a:lnSpc>
              <a:defRPr sz="50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>
              <a:lnSpc>
                <a:spcPct val="70000"/>
              </a:lnSpc>
              <a:spcAft>
                <a:spcPts val="0"/>
              </a:spcAft>
              <a:defRPr sz="50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33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3pPr>
            <a:lvl4pPr marL="55561" indent="0">
              <a:lnSpc>
                <a:spcPct val="80000"/>
              </a:lnSpc>
              <a:buNone/>
              <a:defRPr sz="25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4pPr>
            <a:lvl5pPr marL="55561" indent="0">
              <a:lnSpc>
                <a:spcPct val="85000"/>
              </a:lnSpc>
              <a:buNone/>
              <a:defRPr sz="1600" b="0" cap="all" baseline="0">
                <a:solidFill>
                  <a:schemeClr val="bg1"/>
                </a:solidFill>
                <a:latin typeface="Arial Black" panose="020B0A04020102020204" pitchFamily="34" charset="0"/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  <a:latin typeface="+mn-lt"/>
              </a:defRPr>
            </a:lvl7pPr>
            <a:lvl8pPr>
              <a:defRPr>
                <a:solidFill>
                  <a:schemeClr val="bg1"/>
                </a:solidFill>
                <a:latin typeface="+mn-lt"/>
              </a:defRPr>
            </a:lvl8pPr>
            <a:lvl9pPr>
              <a:defRPr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US" dirty="0" err="1"/>
              <a:t>fIrst</a:t>
            </a:r>
            <a:r>
              <a:rPr lang="en-US" dirty="0"/>
              <a:t>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80003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72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491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6" r:id="rId2"/>
    <p:sldLayoutId id="2147483706" r:id="rId3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0" kern="1200" cap="all" baseline="0">
          <a:solidFill>
            <a:schemeClr val="tx1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5" orient="horz" pos="2232" userDrawn="1">
          <p15:clr>
            <a:srgbClr val="F26B43"/>
          </p15:clr>
        </p15:guide>
        <p15:guide id="16" orient="horz" pos="32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Copyright © 2017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700" r:id="rId2"/>
    <p:sldLayoutId id="2147483701" r:id="rId3"/>
    <p:sldLayoutId id="2147483680" r:id="rId4"/>
    <p:sldLayoutId id="2147483707" r:id="rId5"/>
    <p:sldLayoutId id="2147483702" r:id="rId6"/>
    <p:sldLayoutId id="2147483664" r:id="rId7"/>
    <p:sldLayoutId id="2147483670" r:id="rId8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55561" indent="0" algn="l" defTabSz="914377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0" kern="1200" cap="none" baseline="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1pPr>
      <a:lvl2pPr marL="285744" indent="-230182" algn="l" defTabSz="914377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14338" indent="-230182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5783" indent="-17144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74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3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pos="7440" userDrawn="1">
          <p15:clr>
            <a:srgbClr val="F26B43"/>
          </p15:clr>
        </p15:guide>
        <p15:guide id="16" orient="horz" pos="240" userDrawn="1">
          <p15:clr>
            <a:srgbClr val="F26B43"/>
          </p15:clr>
        </p15:guide>
        <p15:guide id="17" orient="horz" pos="410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76401"/>
            <a:ext cx="11430000" cy="4842607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98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1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6000" b="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Arial" panose="020B0604020202020204" pitchFamily="34" charset="0"/>
        </a:defRPr>
      </a:lvl1pPr>
    </p:titleStyle>
    <p:bodyStyle>
      <a:lvl1pPr marL="57149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0" kern="1200" cap="all" baseline="0">
          <a:solidFill>
            <a:schemeClr val="tx1"/>
          </a:solidFill>
          <a:latin typeface="Arial Black" panose="020B0A04020102020204" pitchFamily="34" charset="0"/>
          <a:ea typeface="Arial Black" panose="020B0A04020102020204" pitchFamily="34" charset="0"/>
          <a:cs typeface="Arial" panose="020B0604020202020204" pitchFamily="34" charset="0"/>
        </a:defRPr>
      </a:lvl1pPr>
      <a:lvl2pPr marL="57149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7149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00041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71486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48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orient="horz" pos="2232" userDrawn="1">
          <p15:clr>
            <a:srgbClr val="F26B43"/>
          </p15:clr>
        </p15:guide>
        <p15:guide id="15" pos="7440" userDrawn="1">
          <p15:clr>
            <a:srgbClr val="F26B43"/>
          </p15:clr>
        </p15:guide>
        <p15:guide id="16" orient="horz" pos="4104" userDrawn="1">
          <p15:clr>
            <a:srgbClr val="F26B43"/>
          </p15:clr>
        </p15:guide>
        <p15:guide id="17" orient="horz" pos="32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90206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068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4" r:id="rId2"/>
    <p:sldLayoutId id="2147483703" r:id="rId3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57149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0" kern="1200" cap="all" baseline="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1pPr>
      <a:lvl2pPr marL="57149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7149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00041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71486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1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n-lt"/>
          <a:ea typeface="+mn-ea"/>
          <a:cs typeface="+mn-cs"/>
        </a:defRPr>
      </a:lvl7pPr>
      <a:lvl8pPr marL="55561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b="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1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48" userDrawn="1">
          <p15:clr>
            <a:srgbClr val="F26B43"/>
          </p15:clr>
        </p15:guide>
        <p15:guide id="2" pos="5640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3" pos="2040" userDrawn="1">
          <p15:clr>
            <a:srgbClr val="F26B43"/>
          </p15:clr>
        </p15:guide>
        <p15:guide id="14" orient="horz" pos="2232" userDrawn="1">
          <p15:clr>
            <a:srgbClr val="F26B43"/>
          </p15:clr>
        </p15:guide>
        <p15:guide id="15" pos="7440" userDrawn="1">
          <p15:clr>
            <a:srgbClr val="F26B43"/>
          </p15:clr>
        </p15:guide>
        <p15:guide id="16" orient="horz" pos="4104" userDrawn="1">
          <p15:clr>
            <a:srgbClr val="F26B43"/>
          </p15:clr>
        </p15:guide>
        <p15:guide id="17" orient="horz" pos="32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133030"/>
            <a:ext cx="11430000" cy="990601"/>
          </a:xfrm>
        </p:spPr>
        <p:txBody>
          <a:bodyPr>
            <a:normAutofit/>
          </a:bodyPr>
          <a:lstStyle/>
          <a:p>
            <a:r>
              <a:rPr lang="en-US" sz="3600" dirty="0"/>
              <a:t>&lt;NAME&gt; </a:t>
            </a:r>
            <a:r>
              <a:rPr lang="en-US" sz="2800" dirty="0"/>
              <a:t>FY</a:t>
            </a:r>
            <a:r>
              <a:rPr lang="en-US" dirty="0"/>
              <a:t> </a:t>
            </a:r>
            <a:r>
              <a:rPr lang="en-US" sz="2800" dirty="0"/>
              <a:t>2024-25 Highlights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371600"/>
            <a:ext cx="11049000" cy="4800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45720" rtlCol="0">
            <a:noAutofit/>
          </a:bodyPr>
          <a:lstStyle/>
          <a:p>
            <a:pPr marL="463550">
              <a:spcAft>
                <a:spcPts val="1200"/>
              </a:spcAft>
            </a:pP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&lt;CLIENT NAME / PROJECT NAME&gt; &lt;Start Date&gt; </a:t>
            </a:r>
          </a:p>
          <a:p>
            <a:pPr marL="852488" indent="-388938">
              <a:spcAft>
                <a:spcPts val="1200"/>
              </a:spcAft>
              <a:buFontTx/>
              <a:buChar char="-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Top 3 Key Accomplishments (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Arial Black" panose="020B0A04020102020204" pitchFamily="34" charset="0"/>
                <a:cs typeface="Arial" panose="020B0604020202020204" pitchFamily="34" charset="0"/>
              </a:rPr>
              <a:t>quantifiable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and if possible with credentials)</a:t>
            </a:r>
          </a:p>
          <a:p>
            <a:pPr marL="852488" indent="-388938">
              <a:spcAft>
                <a:spcPts val="1200"/>
              </a:spcAft>
              <a:buFontTx/>
              <a:buChar char="-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Processes </a:t>
            </a:r>
            <a:r>
              <a:rPr lang="en-US" sz="16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accomplished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through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GenAI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or Automation (implemented) suggested by you to client and which were implemented. </a:t>
            </a:r>
          </a:p>
          <a:p>
            <a:pPr marL="852488" indent="-388938">
              <a:spcAft>
                <a:spcPts val="1200"/>
              </a:spcAft>
              <a:buFontTx/>
              <a:buChar char="-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Nos. of CL 11/12 coached / mentored (Names &amp; Areas of mentored)</a:t>
            </a:r>
          </a:p>
          <a:p>
            <a:pPr marL="852488" indent="-388938">
              <a:spcAft>
                <a:spcPts val="1200"/>
              </a:spcAft>
              <a:buFontTx/>
              <a:buChar char="-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Any Innovative processes suggested to client and implemented successfully (if LEAD for your stream)</a:t>
            </a:r>
          </a:p>
          <a:p>
            <a:pPr marL="171450" indent="-171450">
              <a:spcAft>
                <a:spcPts val="1200"/>
              </a:spcAft>
              <a:buFontTx/>
              <a:buChar char="-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5243D-0B21-7186-1DC0-B69ED73FF8BE}"/>
              </a:ext>
            </a:extLst>
          </p:cNvPr>
          <p:cNvSpPr txBox="1"/>
          <p:nvPr/>
        </p:nvSpPr>
        <p:spPr>
          <a:xfrm>
            <a:off x="6477000" y="228600"/>
            <a:ext cx="5334000" cy="415498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/>
          <a:p>
            <a:pPr marL="287338" algn="just"/>
            <a:r>
              <a:rPr lang="en-US" sz="12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If you have been part of more than 1 project in year FY24-25, do add additional slide.</a:t>
            </a:r>
          </a:p>
        </p:txBody>
      </p:sp>
    </p:spTree>
    <p:extLst>
      <p:ext uri="{BB962C8B-B14F-4D97-AF65-F5344CB8AC3E}">
        <p14:creationId xmlns:p14="http://schemas.microsoft.com/office/powerpoint/2010/main" val="395444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2017 Accenture.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133030"/>
            <a:ext cx="11430000" cy="990601"/>
          </a:xfrm>
        </p:spPr>
        <p:txBody>
          <a:bodyPr>
            <a:normAutofit/>
          </a:bodyPr>
          <a:lstStyle/>
          <a:p>
            <a:r>
              <a:rPr lang="en-US" sz="3600" dirty="0"/>
              <a:t>&lt;NAME&gt;</a:t>
            </a:r>
            <a:br>
              <a:rPr lang="en-US" dirty="0"/>
            </a:br>
            <a:r>
              <a:rPr lang="en-US" sz="2000" dirty="0"/>
              <a:t>2024-25 Highlights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914400"/>
            <a:ext cx="6934200" cy="56046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4572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Contributions </a:t>
            </a:r>
            <a:r>
              <a:rPr lang="en-US" sz="2000" u="sng" dirty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apart</a:t>
            </a:r>
            <a:r>
              <a:rPr lang="en-US" sz="2000" dirty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from Project Delivery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Interviews conducted for external hiring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Contribution of ideas to Automation / Innovation contest which made to next level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Part of any organizing committee for any Accenture events in your location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ASEs absorbed in team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Internal Trainings conducted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Any sessions / presentation at any level on any topic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No. of documents harvested to myConcerto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1200"/>
              </a:spcAft>
              <a:buFontTx/>
              <a:buChar char="-"/>
            </a:pPr>
            <a:endParaRPr lang="en-US" dirty="0">
              <a:solidFill>
                <a:schemeClr val="accent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1313" indent="-231775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1313" indent="-231775">
              <a:buFont typeface="Arial" panose="020B0604020202020204" pitchFamily="34" charset="0"/>
              <a:buChar char="•"/>
            </a:pPr>
            <a:endParaRPr lang="en-US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233363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1400" y="914400"/>
            <a:ext cx="4419600" cy="21671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4572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Any Other Accomplishments</a:t>
            </a:r>
          </a:p>
          <a:p>
            <a:pPr marL="285750" indent="1588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Accenture based  Certifications</a:t>
            </a:r>
          </a:p>
          <a:p>
            <a:pPr marL="285750" indent="1588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myCompetency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Skills &amp; Rating (Primary &amp; Secondary) enhancement</a:t>
            </a:r>
          </a:p>
          <a:p>
            <a:pPr marL="285750" indent="1588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External Certifications</a:t>
            </a:r>
          </a:p>
          <a:p>
            <a:pPr marL="285750">
              <a:spcAft>
                <a:spcPts val="1200"/>
              </a:spcAft>
            </a:pPr>
            <a:endParaRPr lang="en-US" sz="1600" dirty="0">
              <a:solidFill>
                <a:schemeClr val="accent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1588"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accent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E501C-1A4D-4D38-8E0C-213C5975715D}"/>
              </a:ext>
            </a:extLst>
          </p:cNvPr>
          <p:cNvSpPr txBox="1"/>
          <p:nvPr/>
        </p:nvSpPr>
        <p:spPr>
          <a:xfrm>
            <a:off x="7391403" y="3200399"/>
            <a:ext cx="4419597" cy="331860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0" rIns="0" bIns="4572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Areas of Improvement</a:t>
            </a:r>
          </a:p>
        </p:txBody>
      </p:sp>
    </p:spTree>
    <p:extLst>
      <p:ext uri="{BB962C8B-B14F-4D97-AF65-F5344CB8AC3E}">
        <p14:creationId xmlns:p14="http://schemas.microsoft.com/office/powerpoint/2010/main" val="191401243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EE94AFD5-8C99-4A57-B246-21C8F75E9D6A}"/>
    </a:ext>
  </a:extLst>
</a:theme>
</file>

<file path=ppt/theme/theme2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3.xml><?xml version="1.0" encoding="utf-8"?>
<a:theme xmlns:a="http://schemas.openxmlformats.org/drawingml/2006/main" name="Section Divider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84A28C10-F074-4455-88A8-3B2F726495FD}"/>
    </a:ext>
  </a:extLst>
</a:theme>
</file>

<file path=ppt/theme/theme4.xml><?xml version="1.0" encoding="utf-8"?>
<a:theme xmlns:a="http://schemas.openxmlformats.org/drawingml/2006/main" name="Specialty Slide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BE5F91C-68CE-4069-A9A7-D9EDC1AA279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Accenture_Master_Arial_01_2017</Template>
  <TotalTime>273</TotalTime>
  <Words>205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Black</vt:lpstr>
      <vt:lpstr>Graphik</vt:lpstr>
      <vt:lpstr>Wingdings</vt:lpstr>
      <vt:lpstr>Titles</vt:lpstr>
      <vt:lpstr>Content Layouts</vt:lpstr>
      <vt:lpstr>Section Dividers</vt:lpstr>
      <vt:lpstr>Specialty Slides</vt:lpstr>
      <vt:lpstr>&lt;NAME&gt; FY 2024-25 Highlights</vt:lpstr>
      <vt:lpstr>&lt;NAME&gt; 2024-25 Highlights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 Name  2019-20 Highlights</dc:title>
  <dc:creator>Sule, Ameet</dc:creator>
  <cp:lastModifiedBy>Sule, Ameet</cp:lastModifiedBy>
  <cp:revision>16</cp:revision>
  <dcterms:created xsi:type="dcterms:W3CDTF">2020-05-28T08:41:31Z</dcterms:created>
  <dcterms:modified xsi:type="dcterms:W3CDTF">2025-03-13T13:42:27Z</dcterms:modified>
</cp:coreProperties>
</file>